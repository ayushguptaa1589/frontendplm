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7BFF"/>
                </a:solidFill>
                <a:latin typeface="Segoe UI"/>
              </a:defRPr>
            </a:pPr>
            <a:r>
              <a:t>PLM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Product Lifecycle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Complete System Overview  |  Features  |  Security  |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Built with Node.js  ·  Express.js  ·  SQLite  ·  Vanilla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Segoe UI"/>
              </a:defRPr>
            </a:pPr>
            <a:r>
              <a:t>Pravaig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System Overview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User Roles &amp;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Login &amp; Signup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Admin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Designer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Approver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57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Vault: Parts &amp; Assemblies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760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Version Control &amp; BOM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Engineering Change Orders (ECOs)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240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Approval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Security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46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Notifications &amp;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749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Data Export &amp;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51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UI/UX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54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Database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57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257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API Endpoints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760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760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Deployment &amp;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Overview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End-to-end product lifecycle management for engineering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●  Web-based PLM system for managing parts, assemblies &amp; products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●  3-tier role hierarchy: Admin → Approver → Designer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●  Complete approval workflow for designs &amp; engineering changes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●  Version-controlled vault for all engineering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●  Built as a Single Page Application (SPA)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●  RESTful API backend with JWT token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●  SQLite embedded database — zero external dependencies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CCCCCC"/>
                </a:solidFill>
                <a:latin typeface="Segoe UI"/>
              </a:defRPr>
            </a:pPr>
            <a:r>
              <a:t>  ●  Real-time notifications and activity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303520" cy="438912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🏗️  Architecture Layers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Frontend: HTML5, CSS3, Vanilla JavaScript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API Layer: Express.js REST endpoints (74 routes)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Auth Layer: JWT tokens + bcrypt password hashing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Security: Helmet, Rate Limiting, CORS, Compression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Database: SQLite3 with 16+ tables &amp; indexes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File Storage: Multer disk storage (50MB limit)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Middleware: Token verification, Role guards,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Modern, lightweight yet powerful tooling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51760" cy="36576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BFF"/>
                </a:solidFill>
                <a:latin typeface="Segoe UI"/>
              </a:defRPr>
            </a:pPr>
            <a:r>
              <a:t>🖥️ Backend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Node.js v24.x runtime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Express.js web framework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SQLite3 embedded database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JWT (jsonwebtoken) auth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bcryptjs password hashing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828800"/>
            <a:ext cx="2651760" cy="36576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659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🎨 Frontend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HTML5 semantic markup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CSS3 with CSS variables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Vanilla JavaScript (ES6+)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Responsive dark/light theme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Toast notification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2651760" cy="36576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🔒 Security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Helmet HTTP headers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express-rate-limit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CORS cross-origin policy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Compression (gzip)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Input validation &amp; enums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1828800"/>
            <a:ext cx="2651760" cy="36576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9659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📦 Infrastructure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Multer file uploads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Disk-based file storage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Auto DB schema migration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Graceful shutdown handling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Health check endpoint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User Roles &amp;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Three-tier role-based access control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BFF"/>
                </a:solidFill>
                <a:latin typeface="Segoe UI"/>
              </a:defRPr>
            </a:pPr>
            <a:r>
              <a:t>👑  ADMIN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Full system control &amp; configuration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Approve/reject new user signups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Create, edit, delete any project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Manage all users (activate/deactivate)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Access all vault items (parts &amp; assemblies)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 &amp; manage Engineering Change Orders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analytics dashboard &amp; reports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Export data to CSV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Bulk delete/freeze operations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Review all approval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complete activity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28800"/>
            <a:ext cx="34747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✅  APPROVER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Review &amp; approve/reject submissions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 edit access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 release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Freeze part &amp; assembly versions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vault items (parts &amp; assemblies)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Impact analysis for parts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BOM (Bill of Materials) access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Bulk freeze operations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Provide feedback on submissions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submission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28800"/>
            <a:ext cx="34747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🎨  DESIGNER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 &amp; manage own designs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Submit designs for approval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 parts &amp; assemblies in vault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 new part/assembly versions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Request edit access to parts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Request part/assembly releases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Track submission status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project progress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Rollback part versions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vault &amp; BOM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Login &amp; Signup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Secure authentication with admin-gated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BFF"/>
                </a:solidFill>
                <a:latin typeface="Segoe UI"/>
              </a:defRPr>
            </a:pPr>
            <a:r>
              <a:t>🔐  Authentication Flow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Role-based login: select Admin / Designer / Approver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Username + Password + Role validated on server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JWT token generated (24-hour expiry)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Token stored in localStorage for session persistence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Auto-redirect to role-specific dashboard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Inactive accounts blocked at login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Rate limited: 20 attempts per 15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03520" cy="438912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📝  Signup &amp; Account Management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New users register with username, email, password, role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Accounts created as INACTIVE by default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Admin must approve each new signup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Admin can reject signups with feedback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Password requirements: 8+ chars, uppercase, lowercase, number, special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Change password (requires current password)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Change email (requires password verification)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Forgot password with reset code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Central command center for system administration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74320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✅ Approvals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Approve/reject pending user signups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signup details &amp; role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Activate or reject accounts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828800"/>
            <a:ext cx="274320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9659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📊 Projects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Create, edit, delete projects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Track progress with percentage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Set deadlines &amp; assign managers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274320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👥 Users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all registered users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Filter by role and status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Edit user roles, delete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828800"/>
            <a:ext cx="274320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9659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🗂️ Vault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Browse all parts &amp; assemblies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Create/edit/delete vault items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versions, BOM,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274320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📝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Review edit access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Review release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Approve/reject with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4206240"/>
            <a:ext cx="274320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3434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📜 History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Full activity log for all users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Filter by user, action type, date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Timestamped audit trail (IST)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06240"/>
            <a:ext cx="274320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3434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📈 Reports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7 live analytics stat cards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Parts by lifecycle bar chart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Export parts/assemblies 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4206240"/>
            <a:ext cx="274320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3434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🔄 Change Orders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 ECOs with priority levels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Track ECO status workflow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Comment threads on ECOs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Designer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Design creation, submission, and vault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📊 My Projects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assigned projects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Track project progress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Update progress percentage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39" y="182880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39" y="1965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🎨 My Designs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 new designs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Submit designs for review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Track submission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82880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965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🗂️ Vault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 parts with metadata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 assemblies with BOM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Version control (create/rollback)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📝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Request edit access to parts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Request part/assembly release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Track request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39" y="429768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44348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📜 History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personal activity log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Track all design submissions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Timestamped action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429768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4348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⚙️ Profile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Change password securely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Update email with verification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role &amp; account info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Approver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Review, approve, and govern engineering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✅ Pending Approvals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all pending submissions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 or reject with feedback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Decision recorded with timestamp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39" y="182880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39" y="1965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📊 Projects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all active projects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Monitor overall project health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Track deadlines &amp; progress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82880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9659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🗂️ Vault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Browse parts &amp; assemblies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Freeze versions for release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impact analysis &amp; BOM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📝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Review edit access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Review release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Grant/deny with 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39" y="429768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44348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📜 History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Complete approval audit trail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Filter decisions by status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Timestamped records (IST)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4297680"/>
            <a:ext cx="347472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4348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⚙️ Profile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Secure password change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Email update with verification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Account settings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Vault: Parts &amp; Assemblies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Engineering data vault with full lifecycle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BFF"/>
                </a:solidFill>
                <a:latin typeface="Segoe UI"/>
              </a:defRPr>
            </a:pPr>
            <a:r>
              <a:t>🔩  Parts Management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 parts with: code, name, description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Metadata: material, vendor, criticality, tags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Lifecycle states: Draft → Active → Released → Obsolete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Version control with version labels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Freeze versions to lock changes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Rollback to previous versions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Impact analysis: see which assemblies use a part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Edit permissions system per part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Edit/release request workflow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Bulk delete &amp; bulk freeze (admin/approver)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🏗️  Assembly Management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Create assemblies with: code, name, description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Metadata: criticality, lifecycle state, tags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Bill of Materials (BOM) for each version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BOM maps assembly versions → part versions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Version control per assembly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Freeze assembly versions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Lifecycle states match parts lifecycle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Import/export BOM data as CSV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all parts contained in an assembly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Criticality levels: Normal, Low, High, Critical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Version Control &amp;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Engineering-grade version management and bill of materials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📌  Version Control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Each part/assembly has multiple versions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Status: "Working" or "Frozen"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Freeze locks a version permanently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Frozen by user + timestamp recorded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Version labels (e.g., v1.0, v2.0)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Rollback to any previous version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Change notes per version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Compare two versions side by side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Storage path &amp; working path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28800"/>
            <a:ext cx="34747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📋  Bill of Materials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BOM ties assembly versions to part versions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View complete part list per assembly version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Part details in BOM: code, name, material, vendor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Version status visible in BOM view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Export BOM to CSV for any assembly version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Supports multi-level product structure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Critical for manufacturing &amp; procurement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28800"/>
            <a:ext cx="34747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6F42C1"/>
                </a:solidFill>
                <a:latin typeface="Segoe UI"/>
              </a:defRPr>
            </a:pPr>
            <a:r>
              <a:t>🔍  Impact Analysis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See which assemblies reference a part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Critical for change assessment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Shows assembly name, code, version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Prevents accidental deletion of used parts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Bulk delete checks assembly references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Essential for ECO planning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Helps approvers assess change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Engineering Change Orders (ECOs)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Formal change management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210312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BFF"/>
                </a:solidFill>
                <a:latin typeface="Segoe UI"/>
              </a:defRPr>
            </a:pPr>
            <a:r>
              <a:t>📝  ECO Creation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Title, description, reason for change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Priority: Low, Medium, High, Critical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Specify affected parts &amp; assemblies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Auto-generated unique ECO number (ECO-timestamp)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5303520" cy="237744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🔄  ECO Workflow Status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Draft → Submitted → In Review → Approved / Rejected → Implemented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Status updates trigger notifications to admins &amp; approvers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reviewer_id tracks who is reviewing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decided_at records decision timestamp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Implementation notes for final closure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03520" cy="466344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💬  ECO Collaboration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Comment threads on each ECO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Any authenticated user can comment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Comments show username + timestamp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Discussion visible in ECO detail modal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Search ECOs by number, title, or description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Filter by status and priority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Delete ECOs (admin only)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Notifications sent on status transitions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Approval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Multi-stage approval process for quality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DESIGN SUBMISSION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2011680" cy="13716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Segoe UI"/>
              </a:defRPr>
            </a:pPr>
            <a:r>
              <a:t>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Creates design &amp;</a:t>
            </a:r>
            <a:br/>
            <a:r>
              <a:t>submits for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889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468880"/>
            <a:ext cx="2011680" cy="13716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  <a:latin typeface="Segoe UI"/>
              </a:defRPr>
            </a:pPr>
            <a:r>
              <a:t>Approver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9260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Reviews design,</a:t>
            </a:r>
            <a:br/>
            <a:r>
              <a:t>approves/rejects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889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468880"/>
            <a:ext cx="2011680" cy="13716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9260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Final oversight</a:t>
            </a:r>
            <a:br/>
            <a:r>
              <a:t>&amp; project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347472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📝  Edit Request Flow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Designer requests edit access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Admin/Approver reviews request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 → grant edit permission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Reject → designer cannot edit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4206240"/>
            <a:ext cx="347472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🚀  Release Request Flow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Designer requests part/assembly release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Approver reviews &amp; validates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 → lifecycle → Released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Reject → back to designer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4206240"/>
            <a:ext cx="347472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343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BFF"/>
                </a:solidFill>
                <a:latin typeface="Segoe UI"/>
              </a:defRPr>
            </a:pPr>
            <a:r>
              <a:t>👤  User Signup Flow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New user registers (inactive)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Admin sees pending signup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 → account activated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Reject → account remains inactive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Security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Multi-layered security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C3545"/>
                </a:solidFill>
                <a:latin typeface="Segoe UI"/>
              </a:defRPr>
            </a:pPr>
            <a:r>
              <a:t>🔐  Authentication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JWT tokens with 24-hour expiry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bcrypt password hashing (salt rounds: 10)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Token verification on every API call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Role embedded in JWT payload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Automatic session expiry &amp; redirect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Inactive account rejection at login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Password strength enforcement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 - 8+ characters minimum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 - Uppercase + lowercase required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 - Number + special char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28800"/>
            <a:ext cx="34747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🛡️  API Security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Helmet.js HTTP security headers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X-Content-Type-Options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X-Frame-Options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Strict-Transport-Security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Rate limiting on all API routes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General: 500 req / 15 min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Auth: 20 req / 15 min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CORS cross-origin protection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JSON payload size limit (10MB)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Gzip compression for responses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Global error handler (no stack leaks)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28800"/>
            <a:ext cx="34747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659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🔑  Access Control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Role-based route guards (middleware)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requireRole() enforces per-route access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Enum validation on all inputs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Roles: admin, designer, approver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Criticality: normal, low, high, critical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Lifecycle: draft, active, released, obsolete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Priority: low, medium, high, critical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ECO Status: 6 valid states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File upload type whitelist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PDF, STEP, STL, DWG, DXF, etc.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50MB max file upload size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Notifications &amp; Global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Stay informed and find anything instantly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🔔  Notification System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Real-time notification bell in top bar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Unread count badge with auto-refresh (30s)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Notification dropdown with recent 20 items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Mark all as read with one click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Notification types: info, success, warning, error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Auto-generated on ECO status changes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Notifies admins &amp; approvers on new ECOs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Toast notifications for all user actions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Success (green), Error (red), Warning (orange), Info (blue)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Auto-dismiss after configurable duration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Close button for manual dismiss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BFF"/>
                </a:solidFill>
                <a:latin typeface="Segoe UI"/>
              </a:defRPr>
            </a:pPr>
            <a:r>
              <a:t>🔍  Global Search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Search bar available on all dashboards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Searches across 5 entity types simultaneously: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Parts (by code, name, material, tags)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Assemblies (by code, name, tags)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Projects (by PLM ID, name)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Users (by username, email)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  - ECOs (by number, title, description)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Debounced input (300ms) for performance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Categorized dropdown results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Minimum 2 characters to trigger search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Results limited to 10 per category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 Export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Business intelligence and data portability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210312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7BFF"/>
                </a:solidFill>
                <a:latin typeface="Segoe UI"/>
              </a:defRPr>
            </a:pPr>
            <a:r>
              <a:t>📊  Analytics Dashboard (Admin)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7 live stat cards: Projects, Users, Parts, Assemblies, ECOs, Edit Requests, Release Requests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Parts by lifecycle state bar chart visualization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All data fetched in real-time from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530352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📥  CSV Export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Export all parts with metadata to CSV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Export all assemblies with metadata to CSV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Export BOM for any specific assembly version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One-click download buttons in Reports section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📜  Activity History &amp; Audit Trail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Every action logged with: user, action, type, timestamp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Activity types: create, update, delete, login, approval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Timestamps converted to India Standard Time (IST)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Filterable by user, action type, date range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Complete audit trail for compliance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Auto-logged: logins, signups, approvals, CRUD operations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Supports forensic analysis and accountability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Print-friendly view with @media print styles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UI/UX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Polished, modern interface with attention to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52044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🌗  Dark / Light Theme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Toggle switch in top bar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CSS variables for easy theming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Preference saved in localStorage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Persists across sessions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828800"/>
            <a:ext cx="352044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96596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🔔  Toast Notifications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4 types: success, error, warning, info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Animated slide-in/out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Auto-dismiss with timer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Manual close button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52044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6596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📱  Responsive Layout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Sidebar navigation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Content sections toggled by menu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Modal dialogs for forms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Overflow scroll for large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352044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🖨️  Print-Friendly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Print stylesheet included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Hides sidebar, nav, modals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White background for printing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Page margins &amp; borders auto-set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4297680"/>
            <a:ext cx="352044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43484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⏳  Loading Spinners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Visual feedback during API calls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Animated CSS spinner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Shown in content containers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Improves perceived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297680"/>
            <a:ext cx="3520440" cy="219456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43484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🔗  Hierarchy Flow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Visual role hierarchy display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Designer → Approver → Admin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Shows on all dashboards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Highlights current user's role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16 tables with indexes for performance • SQLite3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users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username, email, password, role, is_active, approved_by, created_at, reset_code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projects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plm_id, name, owner_id, status, progress, deadline, manager, created_at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parts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part_code, name, description, material, vendor, criticality, lifecycle_state, tags, owner_id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part_versions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part_id, version_label, status, storage_path, working_path, change_notes, frozen_by/at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assemblies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assembly_code, name, description, criticality, lifecycle_state, tags, owner_id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assembly_versions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assembly_id, version_label, status, storage_path, change_notes, frozen_by/at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assembly_parts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assembly_version_id, part_version_id (BOM mapping)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part_permissions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part_id, user_id, can_edit (per-part access control)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submissions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project_id, designer_id, submission_type, status, file_path, comments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approvals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submission_id, approver_id, decision, feedback, decision_date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tasks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project_id, designer_id, title, description, priority, due_date, completed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activity_logs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user_id, username, action, action_type, details, timestamp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notifications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user_id, title, message, type, is_read, link, created_at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eco_orders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eco_number, title, description, reason, priority, status, requester_id, reviewer_id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comments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entity_type, entity_id, user_id, username, message, created_at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  <a:latin typeface="Segoe UI Semibold"/>
              </a:defRPr>
            </a:pPr>
            <a:r>
              <a:t>  attachments</a:t>
            </a:r>
          </a:p>
          <a:p>
            <a:pPr>
              <a:spcAft>
                <a:spcPts val="4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id, entity_type, entity_id, filename, original_name, file_path, file_size, mime_type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Segoe UI"/>
              </a:defRPr>
            </a:pPr>
            <a:r>
              <a:t>19 database indexes optimized for: user lookups, activity logs, parts lifecycle, versions, submissions, approvals, ECOs, notifications, comments, attachments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API Endpoints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74 RESTful API routes • All JWT-protected (except auth &amp; health)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Authentication (3)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POST /login, /signup, /forgot-password, /reset-password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Parts CRUD (9)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POST/GET/PUT/DELETE /parts, versions, freeze, rollback, impact, permissions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Assemblies CRUD (8)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POST/GET/PUT/DELETE /assemblies, versions, freeze, BOM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Edit Requests (4)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POST create, GET list, POST approve, POST reject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Release Requests (4)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POST create, GET list, POST approve, POST reject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Projects (4)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list, POST create, PUT update, DELETE remove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Tasks (2)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list, POST create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Submissions (3)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list, POST create, DELETE remove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Approvals (2)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pending, POST decide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Users (6)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list, GET pending, POST approve/reject, PUT edit, DELETE remove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Account (3)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POST change-password, POST update-email, GET current-user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Activity (1)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/activity-history with filters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Notifications (3)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list, GET unread-count, POST mark-read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ECOs (4)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list, POST create, PUT update, DELETE (admin)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Comments (2)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by entity, POST to entity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Files (3)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POST upload, GET attachments, GET download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Export (3)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/export/parts, /assemblies, /bom/:id/:version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Search (1)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/search?q= (cross-entity)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Analytics (1)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/analytics/dashboard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Bulk Ops (2)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POST bulk-delete, POST bulk-freeze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Versions (1)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/versions/compare?v1=&amp;v2=</a:t>
            </a:r>
          </a:p>
          <a:p>
            <a:pPr>
              <a:spcBef>
                <a:spcPts val="400"/>
              </a:spcBef>
              <a:defRPr sz="1300" b="1">
                <a:solidFill>
                  <a:srgbClr val="00D4FF"/>
                </a:solidFill>
                <a:latin typeface="Segoe UI"/>
              </a:defRPr>
            </a:pPr>
            <a:r>
              <a:t>  Health (1)</a:t>
            </a:r>
          </a:p>
          <a:p>
            <a:pPr>
              <a:spcAft>
                <a:spcPts val="200"/>
              </a:spcAft>
              <a:defRPr sz="1100">
                <a:solidFill>
                  <a:srgbClr val="8899AA"/>
                </a:solidFill>
                <a:latin typeface="Segoe UI"/>
              </a:defRPr>
            </a:pPr>
            <a:r>
              <a:t>     GET /health (public, DB check)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004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Deployment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9AA"/>
                </a:solidFill>
                <a:latin typeface="Segoe UI"/>
              </a:defRPr>
            </a:pPr>
            <a:r>
              <a:t>Easy to deploy, maintain, and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420624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8A745"/>
                </a:solidFill>
                <a:latin typeface="Segoe UI"/>
              </a:defRPr>
            </a:pPr>
            <a:r>
              <a:t>🚀  Quick Start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npm install (one command)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node server.js (starts on :5000)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Or use start.bat on Windows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Auto-creates database on first run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Auto-creates uploads/ directory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Default users seeded automatically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Zero external database dependencies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28800"/>
            <a:ext cx="3474720" cy="420624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659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4FF"/>
                </a:solidFill>
                <a:latin typeface="Segoe UI"/>
              </a:defRPr>
            </a:pPr>
            <a:r>
              <a:t>📁  Project Structure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server.js — Backend (2,667 lines)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api.js — Shared API helpers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index.html — Login/signup page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admin-dashboard.html + .js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designer-dashboard.html + .js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approver-dashboard.html + .js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dashboard.css + style.css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.gitignore — Security protection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28800"/>
            <a:ext cx="3474720" cy="420624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659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9F43"/>
                </a:solidFill>
                <a:latin typeface="Segoe UI"/>
              </a:defRPr>
            </a:pPr>
            <a:r>
              <a:t>⚙️  Production Features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Graceful shutdown (SIGTERM/SIGINT)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10-second forced exit timeout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Database connection close on shutdown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Health check endpoint for monitoring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gzip compression for all responses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.gitignore protects: .env, .db, uploads/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▸  Environment variable support (.env)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PLM System — Complete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4572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7BFF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Segoe UI"/>
              </a:defRPr>
            </a:pPr>
            <a:r>
              <a:t>API 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7BFF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Segoe UI"/>
              </a:defRPr>
            </a:pPr>
            <a:r>
              <a:t>Database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7B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Segoe UI"/>
              </a:defRPr>
            </a:pPr>
            <a:r>
              <a:t>User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59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7B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Segoe UI"/>
              </a:defRPr>
            </a:pPr>
            <a:r>
              <a:t>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7B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Segoe UI"/>
              </a:defRPr>
            </a:pPr>
            <a:r>
              <a:t>ECO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7B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Segoe UI"/>
              </a:defRPr>
            </a:pPr>
            <a:r>
              <a:t>Lifecycle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7BFF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Segoe UI"/>
              </a:defRPr>
            </a:pPr>
            <a:r>
              <a:t>DB Indexes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7BFF"/>
                </a:solidFill>
                <a:latin typeface="Segoe UI"/>
              </a:defRPr>
            </a:pPr>
            <a:r>
              <a:t>2,667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Segoe UI"/>
              </a:defRPr>
            </a:pPr>
            <a:r>
              <a:t>Lines of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A complete Product Lifecycle Management system — from login to production-ready deployment.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Segoe UI"/>
              </a:defRPr>
            </a:pPr>
            <a:r>
              <a:t>Pravaig  •  Built with Node.js, Express, SQLite  •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